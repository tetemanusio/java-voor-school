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B7E8C-4E75-409E-A071-4FA1106593A3}" type="datetimeFigureOut">
              <a:t>07/01/2026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010E2-58C4-4AD1-A39B-08ED33CFF312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12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1128" y="1504950"/>
            <a:ext cx="5521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Java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854939" y="2495550"/>
            <a:ext cx="34339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Herhaling na de vakantie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581537" y="3333750"/>
            <a:ext cx="39809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Variabelen • Loops • If Statements • Operators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Leerdoelen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47750"/>
            <a:ext cx="8572500" cy="548580"/>
          </a:xfrm>
          <a:prstGeom prst="roundRect">
            <a:avLst>
              <a:gd name="adj" fmla="val 138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047750"/>
            <a:ext cx="0" cy="54858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476250" y="1200150"/>
            <a:ext cx="8394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kunt verschillende 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datatypes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gebruiken en weet wanneer je welk type moet kiezen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5750" y="1786830"/>
            <a:ext cx="8572500" cy="548580"/>
          </a:xfrm>
          <a:prstGeom prst="roundRect">
            <a:avLst>
              <a:gd name="adj" fmla="val 138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1786830"/>
            <a:ext cx="0" cy="54858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76250" y="1939230"/>
            <a:ext cx="8394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kunt 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for-loops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toepassen om code meerdere keren uit te voeren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750" y="2525911"/>
            <a:ext cx="8572500" cy="548580"/>
          </a:xfrm>
          <a:prstGeom prst="roundRect">
            <a:avLst>
              <a:gd name="adj" fmla="val 138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04800" y="2525911"/>
            <a:ext cx="0" cy="54858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476250" y="2678311"/>
            <a:ext cx="8394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kunt 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if-statements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gebruiken om beslissingen te maken in je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750" y="3264991"/>
            <a:ext cx="8572500" cy="548580"/>
          </a:xfrm>
          <a:prstGeom prst="roundRect">
            <a:avLst>
              <a:gd name="adj" fmla="val 138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800" y="3264991"/>
            <a:ext cx="0" cy="54858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476250" y="3417391"/>
            <a:ext cx="8394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begrijpt en gebruikt 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vergelijkings- en rekenoperators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48035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Variabelen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67185"/>
            <a:ext cx="417766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Datatypes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2087166"/>
            <a:ext cx="4095750" cy="651421"/>
          </a:xfrm>
          <a:prstGeom prst="roundRect">
            <a:avLst>
              <a:gd name="adj" fmla="val 877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2220516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getal = 42;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4350" y="2445246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gehele getallen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852886"/>
            <a:ext cx="4095750" cy="651421"/>
          </a:xfrm>
          <a:prstGeom prst="roundRect">
            <a:avLst>
              <a:gd name="adj" fmla="val 877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986236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0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komma = 3.14;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4350" y="3210967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decimale getallen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618607"/>
            <a:ext cx="4095750" cy="651421"/>
          </a:xfrm>
          <a:prstGeom prst="roundRect">
            <a:avLst>
              <a:gd name="adj" fmla="val 877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3751957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tekst = "Hallo";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3976687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tekst tussen aanhalingstekens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7250" y="1767185"/>
            <a:ext cx="417766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Declaratie &amp; Gebruik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7250" y="2087166"/>
            <a:ext cx="4095750" cy="702766"/>
          </a:xfrm>
          <a:prstGeom prst="roundRect">
            <a:avLst>
              <a:gd name="adj" fmla="val 813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86300" y="2087166"/>
            <a:ext cx="0" cy="7027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838700" y="2220516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8700" y="2483346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51A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score;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67250" y="2904232"/>
            <a:ext cx="4095750" cy="702766"/>
          </a:xfrm>
          <a:prstGeom prst="roundRect">
            <a:avLst>
              <a:gd name="adj" fmla="val 813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2904232"/>
            <a:ext cx="0" cy="70276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4838700" y="3037582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Initialisatie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8700" y="3300413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100;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667250" y="3721298"/>
            <a:ext cx="4095750" cy="702766"/>
          </a:xfrm>
          <a:prstGeom prst="roundRect">
            <a:avLst>
              <a:gd name="adj" fmla="val 813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86300" y="3721298"/>
            <a:ext cx="0" cy="70276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4838700" y="3854648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één keer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38700" y="4117479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100;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46993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For-loops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70893"/>
            <a:ext cx="8382000" cy="1407616"/>
          </a:xfrm>
          <a:prstGeom prst="roundRect">
            <a:avLst>
              <a:gd name="adj" fmla="val 54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823293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Structuur van een for-loop: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33400" y="2099518"/>
            <a:ext cx="8077200" cy="826591"/>
          </a:xfrm>
          <a:prstGeom prst="roundRect">
            <a:avLst>
              <a:gd name="adj" fmla="val 4609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2232868"/>
            <a:ext cx="79667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initialisatie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750" y="2419499"/>
            <a:ext cx="7966710" cy="18663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om te herhalen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6750" y="2606129"/>
            <a:ext cx="79667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211860"/>
            <a:ext cx="4124325" cy="1213247"/>
          </a:xfrm>
          <a:prstGeom prst="roundRect">
            <a:avLst>
              <a:gd name="adj" fmla="val 471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211860"/>
            <a:ext cx="0" cy="121324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33400" y="3326160"/>
            <a:ext cx="39347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400" y="3569940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10; i++) {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400" y="3758505"/>
            <a:ext cx="3934777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println(i);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400" y="3947071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400" y="416421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0 tot 9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38675" y="3211860"/>
            <a:ext cx="4124325" cy="1213247"/>
          </a:xfrm>
          <a:prstGeom prst="roundRect">
            <a:avLst>
              <a:gd name="adj" fmla="val 471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7725" y="3211860"/>
            <a:ext cx="0" cy="121324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4791075" y="3326160"/>
            <a:ext cx="39347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91075" y="3569940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x = 0; x &lt; width; x += 10) {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1075" y="3758505"/>
            <a:ext cx="3934777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line(x, 0, x, height);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1075" y="3947071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91075" y="416421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Verticale lijnen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34603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If-statements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39453"/>
            <a:ext cx="4124325" cy="1424732"/>
          </a:xfrm>
          <a:prstGeom prst="roundRect">
            <a:avLst>
              <a:gd name="adj" fmla="val 4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453753"/>
            <a:ext cx="3973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5300" y="1697534"/>
            <a:ext cx="3895725" cy="632371"/>
          </a:xfrm>
          <a:prstGeom prst="roundRect">
            <a:avLst>
              <a:gd name="adj" fmla="val 60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773734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(score &gt; 50) 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1933724"/>
            <a:ext cx="3818192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doe dit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093714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38675" y="1339453"/>
            <a:ext cx="4124325" cy="1424732"/>
          </a:xfrm>
          <a:prstGeom prst="roundRect">
            <a:avLst>
              <a:gd name="adj" fmla="val 4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2975" y="1453753"/>
            <a:ext cx="3973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2975" y="1697534"/>
            <a:ext cx="3895725" cy="952351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9175" y="1773734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(score &gt; 50) {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9175" y="1933724"/>
            <a:ext cx="3818192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doe 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9175" y="2093714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9175" y="2253704"/>
            <a:ext cx="3818192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doe dat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9175" y="2413695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2878485"/>
            <a:ext cx="8382000" cy="1744712"/>
          </a:xfrm>
          <a:prstGeom prst="roundRect">
            <a:avLst>
              <a:gd name="adj" fmla="val 327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" y="2992785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 if-else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300" y="3236565"/>
            <a:ext cx="8153400" cy="1272332"/>
          </a:xfrm>
          <a:prstGeom prst="roundRect">
            <a:avLst>
              <a:gd name="adj" fmla="val 29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500" y="3312765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(score &gt;= 80) {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" y="3472755"/>
            <a:ext cx="8161020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println(</a:t>
            </a:r>
            <a:r>
              <a:rPr lang="en-US" sz="9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"Uitstekend!"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" y="363274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(score &gt;= 60) {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" y="3792736"/>
            <a:ext cx="8161020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println(</a:t>
            </a:r>
            <a:r>
              <a:rPr lang="en-US" sz="9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"Goed gedaan"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" y="395272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" y="4112716"/>
            <a:ext cx="8161020" cy="15999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println(</a:t>
            </a:r>
            <a:r>
              <a:rPr lang="en-US" sz="9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"Nog oefenen"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" y="427270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64245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Vergelijkingsoperators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69095"/>
            <a:ext cx="4143375" cy="757982"/>
          </a:xfrm>
          <a:prstGeom prst="roundRect">
            <a:avLst>
              <a:gd name="adj" fmla="val 754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664345"/>
            <a:ext cx="4031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906191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groter dan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6250" y="2085231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&gt; 5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19625" y="1569095"/>
            <a:ext cx="4143375" cy="757982"/>
          </a:xfrm>
          <a:prstGeom prst="roundRect">
            <a:avLst>
              <a:gd name="adj" fmla="val 754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14875" y="1664345"/>
            <a:ext cx="4031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14875" y="1906191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dan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14875" y="2085231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 10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422327"/>
            <a:ext cx="4143375" cy="757982"/>
          </a:xfrm>
          <a:prstGeom prst="roundRect">
            <a:avLst>
              <a:gd name="adj" fmla="val 754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2517577"/>
            <a:ext cx="4031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250" y="2759422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groter of gelijk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250" y="2938463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&gt;= 5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19625" y="2422327"/>
            <a:ext cx="4143375" cy="757982"/>
          </a:xfrm>
          <a:prstGeom prst="roundRect">
            <a:avLst>
              <a:gd name="adj" fmla="val 754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14875" y="2517577"/>
            <a:ext cx="4031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4875" y="2759422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of gelijk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14875" y="2938463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&lt;= 10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3275558"/>
            <a:ext cx="4143375" cy="757982"/>
          </a:xfrm>
          <a:prstGeom prst="roundRect">
            <a:avLst>
              <a:gd name="adj" fmla="val 754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250" y="3370808"/>
            <a:ext cx="4031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250" y="3612654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gelijk aan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250" y="3791694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7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19625" y="3275558"/>
            <a:ext cx="4143375" cy="757982"/>
          </a:xfrm>
          <a:prstGeom prst="roundRect">
            <a:avLst>
              <a:gd name="adj" fmla="val 754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14875" y="3370808"/>
            <a:ext cx="4031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14875" y="3612654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gelijk aan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4875" y="3791694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!= 0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147840"/>
            <a:ext cx="8382000" cy="360015"/>
          </a:xfrm>
          <a:prstGeom prst="roundRect">
            <a:avLst>
              <a:gd name="adj" fmla="val 1587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4147840"/>
            <a:ext cx="0" cy="36001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514350" y="4243090"/>
            <a:ext cx="8316468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Veelgemaakte fout:</a:t>
            </a: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Gebruik == voor vergelijken, NIET =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71674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Logische Operators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76524"/>
            <a:ext cx="4133850" cy="1514326"/>
          </a:xfrm>
          <a:prstGeom prst="roundRect">
            <a:avLst>
              <a:gd name="adj" fmla="val 3774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609874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14350" y="1914674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(AND)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4350" y="215845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waar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4350" y="2343150"/>
            <a:ext cx="38671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400300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0 &amp;&amp; x &lt; 10) {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71500" y="2533650"/>
            <a:ext cx="3827907" cy="1333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tussen 0 en 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1500" y="2667000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29150" y="1476524"/>
            <a:ext cx="4133850" cy="1514326"/>
          </a:xfrm>
          <a:prstGeom prst="roundRect">
            <a:avLst>
              <a:gd name="adj" fmla="val 3774"/>
            </a:avLst>
          </a:prstGeom>
          <a:solidFill>
            <a:srgbClr val="DCFCE7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0" y="1609874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2500" y="1914674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(OR)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62500" y="215845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waar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62500" y="2343150"/>
            <a:ext cx="38671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9650" y="2400300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&lt; 0 || x &gt; 100) {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19650" y="2533650"/>
            <a:ext cx="3827907" cy="1333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buiten 0-100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9650" y="2667000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1000" y="3086100"/>
            <a:ext cx="8382000" cy="1514326"/>
          </a:xfrm>
          <a:prstGeom prst="roundRect">
            <a:avLst>
              <a:gd name="adj" fmla="val 3774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4350" y="3219450"/>
            <a:ext cx="8277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" y="352425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(NOT)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" y="3768030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 waarde om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14350" y="3952726"/>
            <a:ext cx="81153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1500" y="4009876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!= 5) {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71500" y="4143226"/>
            <a:ext cx="8161020" cy="1333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is niet 5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1500" y="4276576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64369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Rekenoperators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69219"/>
            <a:ext cx="2730401" cy="807393"/>
          </a:xfrm>
          <a:prstGeom prst="roundRect">
            <a:avLst>
              <a:gd name="adj" fmla="val 707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464469"/>
            <a:ext cx="25906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1732955"/>
            <a:ext cx="25906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optellen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76250" y="1934766"/>
            <a:ext cx="2590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+ 3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206651" y="1369219"/>
            <a:ext cx="2730550" cy="807393"/>
          </a:xfrm>
          <a:prstGeom prst="roundRect">
            <a:avLst>
              <a:gd name="adj" fmla="val 707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901" y="1464469"/>
            <a:ext cx="259085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01901" y="1732955"/>
            <a:ext cx="25908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aftrekken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301901" y="1934766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10 - 4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32450" y="1369219"/>
            <a:ext cx="2730401" cy="807393"/>
          </a:xfrm>
          <a:prstGeom prst="roundRect">
            <a:avLst>
              <a:gd name="adj" fmla="val 707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7700" y="1464469"/>
            <a:ext cx="25906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7700" y="1732955"/>
            <a:ext cx="25906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vermenigvuldigen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127700" y="1934766"/>
            <a:ext cx="2590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* 2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2271861"/>
            <a:ext cx="2730401" cy="807393"/>
          </a:xfrm>
          <a:prstGeom prst="roundRect">
            <a:avLst>
              <a:gd name="adj" fmla="val 707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2367111"/>
            <a:ext cx="25906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6250" y="2635597"/>
            <a:ext cx="25906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6250" y="2837408"/>
            <a:ext cx="2590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206651" y="2271861"/>
            <a:ext cx="2730550" cy="807393"/>
          </a:xfrm>
          <a:prstGeom prst="roundRect">
            <a:avLst>
              <a:gd name="adj" fmla="val 707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01901" y="2367111"/>
            <a:ext cx="259085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01901" y="2635597"/>
            <a:ext cx="25908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(rest)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301901" y="2837408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17 % 5 = 2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81000" y="3193554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Verkorte notaties: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381000" y="3488829"/>
            <a:ext cx="2730401" cy="561826"/>
          </a:xfrm>
          <a:prstGeom prst="roundRect">
            <a:avLst>
              <a:gd name="adj" fmla="val 1017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" y="3584079"/>
            <a:ext cx="25906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x++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6250" y="3808809"/>
            <a:ext cx="2590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x + 1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206651" y="3488829"/>
            <a:ext cx="2730550" cy="561826"/>
          </a:xfrm>
          <a:prstGeom prst="roundRect">
            <a:avLst>
              <a:gd name="adj" fmla="val 1017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01901" y="3584079"/>
            <a:ext cx="25908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x--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01901" y="3808809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x - 1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032450" y="3488829"/>
            <a:ext cx="2730401" cy="561826"/>
          </a:xfrm>
          <a:prstGeom prst="roundRect">
            <a:avLst>
              <a:gd name="adj" fmla="val 1017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27700" y="3584079"/>
            <a:ext cx="25906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7700" y="3808809"/>
            <a:ext cx="2590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x + 5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81000" y="4145905"/>
            <a:ext cx="2730401" cy="561826"/>
          </a:xfrm>
          <a:prstGeom prst="roundRect">
            <a:avLst>
              <a:gd name="adj" fmla="val 1017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6250" y="4241155"/>
            <a:ext cx="25906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6250" y="4465886"/>
            <a:ext cx="2590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x - 3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3206651" y="4145905"/>
            <a:ext cx="2730550" cy="561826"/>
          </a:xfrm>
          <a:prstGeom prst="roundRect">
            <a:avLst>
              <a:gd name="adj" fmla="val 1017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01901" y="4241155"/>
            <a:ext cx="25908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01901" y="4465886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x * 2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032450" y="4145905"/>
            <a:ext cx="2730401" cy="561826"/>
          </a:xfrm>
          <a:prstGeom prst="roundRect">
            <a:avLst>
              <a:gd name="adj" fmla="val 1017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27700" y="4241155"/>
            <a:ext cx="25906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/= 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27700" y="4465886"/>
            <a:ext cx="2590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x / 4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73298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Praktisch Voorbeeld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59098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concepten gecombineerd: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640979"/>
            <a:ext cx="8382000" cy="3057823"/>
          </a:xfrm>
          <a:prstGeom prst="roundRect">
            <a:avLst>
              <a:gd name="adj" fmla="val 2492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793379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= 0;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33400" y="1939975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gameRunning = </a:t>
            </a:r>
            <a:r>
              <a:rPr lang="en-US" sz="825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2124670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25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33400" y="2271266"/>
            <a:ext cx="8238744" cy="14659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score++;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2455962"/>
            <a:ext cx="8238744" cy="14659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(gameRunning </a:t>
            </a:r>
            <a:r>
              <a:rPr lang="en-US" sz="8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 1000) {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3400" y="2602557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Teken raster met for-loop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33400" y="2749153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0; i &lt; width; i </a:t>
            </a:r>
            <a:r>
              <a:rPr lang="en-US" sz="8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20) {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2895749"/>
            <a:ext cx="8238744" cy="146596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line(i, 0, i, height);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3042345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33400" y="3227040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 of score deelbaar is door 100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3400" y="3373636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(score </a:t>
            </a:r>
            <a:r>
              <a:rPr lang="en-US" sz="8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 </a:t>
            </a:r>
            <a:r>
              <a:rPr lang="en-US" sz="8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 {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33400" y="3520232"/>
            <a:ext cx="8238744" cy="146596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println(</a:t>
            </a:r>
            <a:r>
              <a:rPr lang="en-US" sz="825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"Mijlpaal: "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score);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33400" y="3666827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33400" y="3813423"/>
            <a:ext cx="8238744" cy="14659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825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33400" y="3960019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gameRunning = </a:t>
            </a:r>
            <a:r>
              <a:rPr lang="en-US" sz="825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33400" y="4106614"/>
            <a:ext cx="8238744" cy="146596"/>
          </a:xfrm>
          <a:prstGeom prst="rect">
            <a:avLst/>
          </a:prstGeom>
          <a:noFill/>
          <a:ln/>
        </p:spPr>
        <p:txBody>
          <a:bodyPr wrap="square" lIns="3048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println(</a:t>
            </a:r>
            <a:r>
              <a:rPr lang="en-US" sz="825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"Game Over! Score: "</a:t>
            </a: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score);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33400" y="4253210"/>
            <a:ext cx="8238744" cy="14659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33400" y="4399806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15429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&amp; Oefenen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01229"/>
            <a:ext cx="8382000" cy="1432471"/>
          </a:xfrm>
          <a:prstGeom prst="roundRect">
            <a:avLst>
              <a:gd name="adj" fmla="val 5319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501229"/>
            <a:ext cx="0" cy="143247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52450" y="1634579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Veelgemaakte fouten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3900" y="1924050"/>
            <a:ext cx="7905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Vergeet geen ; aan het einde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== voor vergelijken, niet =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 hoofdletters: score ≠ Score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3028950"/>
            <a:ext cx="8382000" cy="1432471"/>
          </a:xfrm>
          <a:prstGeom prst="roundRect">
            <a:avLst>
              <a:gd name="adj" fmla="val 5319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3028950"/>
            <a:ext cx="0" cy="143247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52450" y="3162300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Oefentips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3900" y="3451771"/>
            <a:ext cx="7905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simpel en bouw langzaam op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regelmatig met println()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Experimenteer met verschillende waarden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7062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 1: Rij Cirkels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4520"/>
            <a:ext cx="8382000" cy="756196"/>
          </a:xfrm>
          <a:prstGeom prst="roundRect">
            <a:avLst>
              <a:gd name="adj" fmla="val 1007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94520"/>
            <a:ext cx="0" cy="75619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52450" y="1527870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Opdracht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450" y="1817340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Teken 10 cirkels naast elkaar in het midden van het scherm.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265015"/>
            <a:ext cx="8382000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379315"/>
            <a:ext cx="8316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Eisen: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66750" y="2655540"/>
            <a:ext cx="79819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een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variabele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voor de grootte van de cirkels (40 pixels)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een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variabele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voor de afstand tussen cirkels (60 pixels)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een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for-loop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die 10 keer herhaalt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Teken bij elke herhaling een cirkel op de juiste plek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Maak afwisselend rode en blauwe cirkels met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4350990"/>
            <a:ext cx="8382000" cy="350490"/>
          </a:xfrm>
          <a:prstGeom prst="roundRect">
            <a:avLst>
              <a:gd name="adj" fmla="val 2174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4350990"/>
            <a:ext cx="0" cy="3504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514350" y="444624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</a:t>
            </a: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de for-loop: x-positie = i * afstand. Y-positie = height/2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65857"/>
            <a:ext cx="46245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 2: Vierkanten Grid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89757"/>
            <a:ext cx="8382000" cy="756196"/>
          </a:xfrm>
          <a:prstGeom prst="roundRect">
            <a:avLst>
              <a:gd name="adj" fmla="val 1007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89757"/>
            <a:ext cx="0" cy="75619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52450" y="1523107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Opdracht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450" y="1812578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een programma dat een grid van vierkanten tekent over het hele scherm.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260253"/>
            <a:ext cx="8382000" cy="200025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374553"/>
            <a:ext cx="8316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eisen: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66750" y="2650778"/>
            <a:ext cx="79819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een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variabele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voor de grootte van elk vierkant (50 pixels)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for-loops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(genest) voor rijen en kolommen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Teken bij elke herhaling een vierkant op de juiste plek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5300" y="3622328"/>
            <a:ext cx="8316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</a:t>
            </a:r>
            <a:r>
              <a:rPr lang="en-US" sz="11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Afwisselende kleuren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66750" y="3879503"/>
            <a:ext cx="798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Kleur vierkanten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afwisselend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 en grijs met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1000" y="4355753"/>
            <a:ext cx="8382000" cy="350490"/>
          </a:xfrm>
          <a:prstGeom prst="roundRect">
            <a:avLst>
              <a:gd name="adj" fmla="val 2174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4355753"/>
            <a:ext cx="0" cy="3504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14350" y="4451003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</a:t>
            </a: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Begin met één for-loop voor kolommen, test dit, voeg dan de tweede toe!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750" y="4737199"/>
            <a:ext cx="23295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ICT-College | Processing Java Herhaling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F6CBB15E23FD4E93A3ECC101F4C1AC" ma:contentTypeVersion="3" ma:contentTypeDescription="Een nieuw document maken." ma:contentTypeScope="" ma:versionID="3662b11f701b22f5a061d6dbc7891686">
  <xsd:schema xmlns:xsd="http://www.w3.org/2001/XMLSchema" xmlns:xs="http://www.w3.org/2001/XMLSchema" xmlns:p="http://schemas.microsoft.com/office/2006/metadata/properties" xmlns:ns2="ac8bb955-8f03-4921-a838-e5c8fecb00ee" targetNamespace="http://schemas.microsoft.com/office/2006/metadata/properties" ma:root="true" ma:fieldsID="c076e047514951db4e21b5ba3574b508" ns2:_="">
    <xsd:import namespace="ac8bb955-8f03-4921-a838-e5c8fecb00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8bb955-8f03-4921-a838-e5c8fecb0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555B4A-B136-41D7-9DC2-2D30AC701B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8bb955-8f03-4921-a838-e5c8fecb00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23BD2D-B481-4E8B-9B4F-93770450AD7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6BF5169-C881-4D39-86B6-34BB8EE1DC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849</Words>
  <Application>Microsoft Office PowerPoint</Application>
  <PresentationFormat>On-screen Show (16:9)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Arnout Speksnijder</cp:lastModifiedBy>
  <cp:revision>4</cp:revision>
  <dcterms:created xsi:type="dcterms:W3CDTF">2026-01-05T13:14:56Z</dcterms:created>
  <dcterms:modified xsi:type="dcterms:W3CDTF">2026-01-07T12:12:59Z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0x01010025F6CBB15E23FD4E93A3ECC101F4C1AC</vt:lpwstr>
  </property>
</Properties>
</file>